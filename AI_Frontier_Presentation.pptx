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109728" cy="10972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200">
                <a:solidFill>
                  <a:srgbClr val="EDEDED"/>
                </a:solidFill>
                <a:latin typeface="Inter"/>
              </a:rPr>
              <a:t>AI FRONTIER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62895" y="4572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LIVE DEMO  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666666"/>
                </a:solidFill>
                <a:latin typeface="Inter"/>
              </a:rPr>
              <a:t>DATA VISUALIZATION  ·  EECE 5642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EDEDED"/>
                </a:solidFill>
                <a:latin typeface="Inter"/>
              </a:rPr>
              <a:t>Mapping the AI Model 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Comparing 255+ AI models on cost, speed, and intelligence,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in one place, updated every hour.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53492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255+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MODELS TRACKED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243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243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INTERACTIVE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451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D4FF"/>
                </a:solidFill>
                <a:latin typeface="Inter"/>
              </a:rPr>
              <a:t>HOURLY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DATA REFRESH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Avo Sarkissian  ·  Northeastern University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01 ·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Why this matters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New AI models ship every week. The right pick can be the difference between a $5 and a $5,000 monthly bill.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00D4FF"/>
                </a:solidFill>
                <a:latin typeface="Inter"/>
              </a:rPr>
              <a:t>DEVELOPERS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Pick the cheapest model that still does the job. Not every task needs the smartest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3391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3391" y="237744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7711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C084FC"/>
                </a:solidFill>
                <a:latin typeface="Inter"/>
              </a:rPr>
              <a:t>RESEARCHERS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711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Track which models lead on what. The leaderboard shifts every few weeks.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8143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8143" y="237744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2463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22C55E"/>
                </a:solidFill>
                <a:latin typeface="Inter"/>
              </a:rPr>
              <a:t>BUSINESSES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Estimate monthly cost before committing. Two similar models can differ 50× in price.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2895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92895" y="237744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7215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FB923C"/>
                </a:solidFill>
                <a:latin typeface="Inter"/>
              </a:rPr>
              <a:t>STUDENTS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7215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Know what runs on your laptop versus what needs an API key.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02 ·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Where the data comes from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Two separate data sources: a live API for cloud models, and a curated catalog for local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6766560" cy="21031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6766560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468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ARTIFICIAL ANALYSIS API  ·  artificialanalysis.ai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889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Cloud LLMs, image gen, video gen, embeddings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383280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329184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Price, speed, latency, context window for every public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67328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675888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Scraped hourly in the background. Each run saves a dated snapshot.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480560"/>
            <a:ext cx="6766560" cy="1645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480560"/>
            <a:ext cx="6766560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MANUALLY CURATED  ·  Manufacturer spec sheets + HuggingFace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Local open-weight models + GPU hardware specs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559552"/>
            <a:ext cx="73152" cy="73152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5486400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GPU VRAM and memory bandwidth from official product pages (NVIDIA, AMD, Apple, Intel)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5888736"/>
            <a:ext cx="73152" cy="73152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5815584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Open-weight model catalog with parameter counts from HuggingFace model cards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2240280"/>
            <a:ext cx="4160520" cy="3886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25146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FRESHNESS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288036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00D4FF"/>
                </a:solidFill>
                <a:latin typeface="Inter"/>
              </a:rPr>
              <a:t>1 hr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36576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Cloud model refresh interval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18120" y="4114799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818120" y="425196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DEDED"/>
                </a:solidFill>
                <a:latin typeface="Inter"/>
              </a:rPr>
              <a:t>30+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50292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Daily snapshots on file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18120" y="5394960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818120" y="553212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LOCAL CATALOG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5733288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Static  ·  updated when new models release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03 ·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the intelligence score works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A single 0–100 number, made by averaging several public AI tests so no single benchmark dominates.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00D4FF"/>
                </a:solidFill>
                <a:latin typeface="Inter"/>
              </a:rPr>
              <a:t>REASONING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General knowledge and step-by-step thinking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MMLU-Pro, GPQA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3391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3391" y="224028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7711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C084FC"/>
                </a:solidFill>
                <a:latin typeface="Inter"/>
              </a:rPr>
              <a:t>CODING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7711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Writing and debugging real programs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7711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711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LiveCodeBench, SciCode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224028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22C55E"/>
                </a:solidFill>
                <a:latin typeface="Inter"/>
              </a:rPr>
              <a:t>MATH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Multi-step quantitative problems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AIME, MATH-500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92895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2895" y="224028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67215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FB923C"/>
                </a:solidFill>
                <a:latin typeface="Inter"/>
              </a:rPr>
              <a:t>KNOWLEDGE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7215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Recall and synthesis across many fields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7215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7215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Humanity's Last Exam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5321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WHY AVERAGE THEM?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78815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One number rewards well-rounded models and lets you compare cloud and local models on the same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941832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04 ·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it's built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Built in Python, hosted on Render. No JavaScript, no build step.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0183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Dash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WEB 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Turns Python functions into a live interactive site. Handles tabs, filters, and callbacks.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6783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6783" y="2148840"/>
            <a:ext cx="210183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25383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Plotly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5383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CHARTS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5383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Every chart in the dashboard. Interactive, hoverable, and styled from one config.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4927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4927" y="2148840"/>
            <a:ext cx="210183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3527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Pandas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3527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22C55E"/>
                </a:solidFill>
                <a:latin typeface="Inter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3527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Loads the CSV, runs filters, and computes the Pareto frontier and value scores.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3071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3071" y="2148840"/>
            <a:ext cx="210183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21671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Requests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1671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FB923C"/>
                </a:solidFill>
                <a:latin typeface="Inter"/>
              </a:rPr>
              <a:t>LIVE SCRAPER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1671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Plain HTTP call to the Artificial Analysis API every hour. No browser needed.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41215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41215" y="2148840"/>
            <a:ext cx="2101839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69815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9815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7C3AED"/>
                </a:solidFill>
                <a:latin typeface="Inter"/>
              </a:rPr>
              <a:t>HOSTING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9815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Cloud platform that runs the app 24/7 from the GitHub repo. Redeploys on every push.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05 ·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Charts and the choices behind them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576072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CHART TYPES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56032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146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Bubble scatter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788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Three things at once: price, quality, speed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15468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10896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Pareto frontier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3832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Highlights the best deals on the curve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4904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03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Treemap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977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One tile per provider, sized by model 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34340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Horizontal bars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Best for ranked comparisons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93776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9204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Radar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66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Compare 5 models on 5 dimensions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53212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4864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Bump chart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760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Tracks how rankings move over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1783080"/>
            <a:ext cx="516636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201168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DESIGN CHOICES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468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24688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Data-ink ratio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8163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Most pixels should encode data. Removed gridlines, frames, and a long legend.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3832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3832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Color with backup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37307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Provider has both a color AND a marker shape, readable for colorblind viewers.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2976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2976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Visual grouping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6451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Filters sit next to the chart they control. Shared colors carry across all 11 tabs.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212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52120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Right chart for the job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80" y="55595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Bars for ranking, log scale for prices that span 1000×, small multiples to avoid clutter.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06 · LOCAL +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Open weights and Claude Code stacks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8888"/>
                </a:solidFill>
                <a:latin typeface="Inter"/>
              </a:rPr>
              <a:t>Not everything has to live on the cloud. The dashboard also tracks open-weight models you can run yourself, and recommends hybrid setups for tools like Claude Code / openclaw.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548640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RUN LOCAL 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Will it run on my machine?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507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931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Pick your GPU and how much you want to compress the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079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89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See which open-weight models will actually fit in your VRAM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9651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846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Get an estimated speed in tokens/second for your hardware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4223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303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Compare every open model on the same intelligence score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606040"/>
            <a:ext cx="544068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88036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HYBRID STACK  ·  CLAUDE CODE / OPENCLAW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20040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DEDED"/>
                </a:solidFill>
                <a:latin typeface="Inter"/>
              </a:rPr>
              <a:t>Three tiers, mix cloud + local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977640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37960" y="3977640"/>
            <a:ext cx="54864" cy="64008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0965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REASONING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30682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Plans the work and delegates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1788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Cloud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4690872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4690872"/>
            <a:ext cx="54864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48097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BALANCED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0200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Writes the actual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Cloud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5404104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5404104"/>
            <a:ext cx="54864" cy="6400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55229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22C55E"/>
                </a:solidFill>
                <a:latin typeface="Inter"/>
              </a:rPr>
              <a:t>FAST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57332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Handles cheap, high-volume tasks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56052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Local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07 ·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594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>
                <a:solidFill>
                  <a:srgbClr val="EDEDED"/>
                </a:solidFill>
                <a:latin typeface="Inter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D4FF"/>
                </a:solidFill>
                <a:latin typeface="Inter"/>
              </a:rPr>
              <a:t>→ localhost:8050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Cost vs. quality at a glance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95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9495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783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RANKINGS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783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Top models by score and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127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127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415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415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Five models head to 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758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8758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46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RUN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46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Pick a GPU, see what fits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390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3390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678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AGENT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678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Build a hybrid Claude Code stack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571500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5943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DATA  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artificialanalysis.ai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217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CODE  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6217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github.com/Avo-Sarkissian/AI-Frontier-Database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